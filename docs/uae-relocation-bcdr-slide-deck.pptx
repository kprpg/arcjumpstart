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Azure UAE Relocation and BCDR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606770"/>
                </a:solidFill>
                <a:latin typeface="Aptos"/>
              </a:rPr>
              <a:t>Planning for datacenter, regional, and geopolitical disruption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The scenario is not a routine outage or a standard DR exercise.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The customer is planning for physical destruction or prolonged unavailability of UAE hosting.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 UAE-only resilience strategy is not sufficient for that threat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The Three Failure Scopes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Single datacenter or availability-zone failure.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Single-region failure in UAE.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UAE-wide geopolitical or sovereign disruption.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Each failure scope requires a different control 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Core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Availability zones help with facility-level failures.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Regional recovery patterns help with some region-level failures.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Neither solves for loss of UAE as an operating geography.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The hedge for that scenario is another geography.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Recommended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Use multi-zone resilience inside the primary region.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Use cross-region recovery for regional outages.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Use cross-geography recovery outside UAE for geopolitical disruption.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What Good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No single-instance production services.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 DR environment exists before the crisis, not after.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Data services replicate across regions.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The application entry point supports controlled failover.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Runbooks and recovery artifacts remain available outside the primary geography.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Region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UAE North plus UAE Central: best for UAE-only DR.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Qatar Central or Saudi Arabia Central: lower-latency compromise.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North Europe or West Europe: strongest default hedge.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Switzerland North: governance-oriented specialized option.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Recommendation by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If data can leave UAE, use North Europe or West Europe as the DR geography now.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If resilience is the main objective, consider moving the production primary there as well.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If data must remain in UAE, use UAE North and UAE Central where supported and document residual country-level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Technical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Azure Front Door or Traffic Manager for failover routing.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Azure Site Recovery for VM-based workloads.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Native geo-replication for PaaS data services.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 secondary landing zone with networking, identity, logging, and secrets prebuilt.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Immutable backups and tested restore procedures.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What Not to Assume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Region pairing is not automatic DR.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Platform-managed storage failover is not a full application recovery plan.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Backups alone are not a business continuity strategy.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A second UAE location does not fully hedge a UAE-wide disruption.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Decision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217920"/>
              </a:tblGrid>
              <a:tr h="7162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0B2C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0B2C5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UAE North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Not sufficient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UAE North plus UAE Central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Good only for UAE-only constraints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UAE plus Qatar or Saudi 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Reasonable compromise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UAE plus North Europe or West Europe DR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Recommended default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Europe primary plus UAE secondary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t>Best overall if regulation allows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Confirm data residency constraints.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Define RTO and RPO by workload tier.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Select the target DR geography.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Validate region service availability and quota.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Build the secondary landing zone.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Implement replication and failover.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Run a real DR exercise.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Leadership Decision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Maximum resilience with a cross-geography design.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Lower latency with a compromise design.</a:t>
            </a:r>
          </a:p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UAE-only compliance with accepted residual geopolitical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2C5B"/>
                </a:solidFill>
                <a:latin typeface="Aptos Display"/>
              </a:rPr>
              <a:t>Closing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12529"/>
                </a:solidFill>
                <a:latin typeface="Aptos"/>
              </a:defRPr>
            </a:pPr>
            <a:r>
              <a:t>If the organization is truly planning for the loss of UAE as an operating location, the correct hedge is another geography, not just another datacenter in UAE.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28016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0677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