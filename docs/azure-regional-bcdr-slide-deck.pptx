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Azure US East 2 Relocation and BCDR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606770"/>
                </a:solidFill>
                <a:latin typeface="Aptos"/>
              </a:rPr>
              <a:t>Planning for datacenter, regional, and wide-area East Coast disruption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scenario is not a routine outage or a standard DR exercise.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customer is planning for loss of US East 2 or a wider East Coast operating disruption.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US East 2-only resilience strategy is not sufficient for that threat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The Three Failure Scopes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Single datacenter or availability-zone failure.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Single-region failure in US East 2.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Wider East Coast disruption affecting connectivity or the operating model.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Each scenario requires a different control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Core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Availability zones help with facility-level failures.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Regional recovery patterns help with some region-level failures.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Neither solves for loss of the broader East Coast operating geography.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appropriate hedge for that scenario is another geography.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multi-zone resilience inside the primary region.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cross-region recovery for regional outages.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cross-geography recovery outside the East Coast blast radius.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What Good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No single-instance production services.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disaster recovery environment exists before the crisis, not after.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Data services replicate across regions.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application entry point supports controlled failover.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Runbooks and recovery artifacts remain available outside the primary geography.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Region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 East 2 plus Central US: default paired-region DR.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 East 2 plus South Central US: lower-latency compromise.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 East 2 plus West US 2 or West US 3: strongest geographic hedge.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Central US primary plus US East 2 secondary: strong relocation 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Recommendation by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Central US as the default disaster recovery region for a balanced design.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West US 2 or West US 3 when wider geographic separation is the priority.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Evaluate Central US as a future primary if East Coast concentration needs to be reduced further.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Technical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Azure Front Door or Traffic Manager for failover routing.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Azure Site Recovery for VM-based workloads.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Native geo-replication for PaaS data services.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secondary landing zone with networking, identity, logging, and secrets prebuilt.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Immutable backups and tested restore procedures.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What Not to Assume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Region pairing is not automatic DR.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Platform-managed storage failover is not a full application recovery plan.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Backups alone are not a business continuity strategy.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second east-side region does not fully hedge a wider East Coast disruption.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Decision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217920"/>
              </a:tblGrid>
              <a:tr h="716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B2C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0B2C5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US East 2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Not 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US East 2 plus Central 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Recommended default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US East 2 plus South Central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Reasonable compromise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US East 2 plus West US 2 or West US 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Recommended for stronger separation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Central US primary plus US East 2 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Strong relocation 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Confirm data residency constraints.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Define recovery time and recovery point targets by workload tier.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Select the target DR geography.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Validate region service availability and quota.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Build the secondary landing zone.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Implement replication and failover.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Run a real DR exercise.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Leadership Decision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balanced paired-region design centered on Central US.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stronger east-plus-west design for wider separation.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future primary-region shift if East Coast concentration needs to be reduced further.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Closing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If the organization is planning for the loss of US East 2 or a wider East Coast operating disruption, the right hedge is another geography, not just another zone in US East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