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C"/>
                </a:solidFill>
              </a:defRPr>
            </a:pPr>
            <a:r>
              <a:t>Azure Migrate Sample Package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78AA"/>
                </a:solidFill>
              </a:defRPr>
            </a:pPr>
            <a:r>
              <a:t>Enterprise, healthcare, workshop, and dependency-discovery demo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This deck explains how the RVTools import samples, enriched planning workbooks, checklist exports, and dependency-discovery samples fit together.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Audience: migration architects, application owners, platform teams, and workshop facilitators.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78AA"/>
                </a:solidFill>
              </a:defRPr>
            </a:pPr>
            <a:r>
              <a:t>Azure Migrate sample walkthrough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C"/>
                </a:solidFill>
              </a:defRPr>
            </a:pPr>
            <a:r>
              <a:t>Import-Safe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78AA"/>
                </a:solidFill>
              </a:defRPr>
            </a:pPr>
            <a:r>
              <a:t>Use the RVTools-style workbook for Azure Migrate file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Start with azure_migrate_vmware_rvtools_strict_sample.xlsx when you want a clean portal import test.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Use azure_migrate_vmware_enterprise_import_sample.xlsx or healthcare_payor_provider_vmware_import_sample.xlsx for scaled scenarios.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Only the RVTools tabs should be treated as import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78AA"/>
                </a:solidFill>
              </a:defRPr>
            </a:pPr>
            <a:r>
              <a:t>Azure Migrate sample walkthrough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C"/>
                </a:solidFill>
              </a:defRPr>
            </a:pPr>
            <a:r>
              <a:t>Enriched Planning Copies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78AA"/>
                </a:solidFill>
              </a:defRPr>
            </a:pPr>
            <a:r>
              <a:t>Preserve RVTools tabs and add application context outside the import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The enriched workbooks add ServerApplicationMap, ApplicationTopology, ClusterRelationships, ApplicationDependencies, WorkloadGroupsForAzureMigrate, and AzureMigrateGroupChecklist.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These sheets are designed for planning, migration-wave review, and architecture workshops.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They intentionally avoid changing the original 11 RVTools tabs.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78AA"/>
                </a:solidFill>
              </a:defRPr>
            </a:pPr>
            <a:r>
              <a:t>Azure Migrate sample walkthrough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C"/>
                </a:solidFill>
              </a:defRPr>
            </a:pPr>
            <a:r>
              <a:t>Portal Grouping Aids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78AA"/>
                </a:solidFill>
              </a:defRPr>
            </a:pPr>
            <a:r>
              <a:t>Checklist sheet plus CSV exports for manual Azure Migrate group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Use AzureMigrateGroupChecklist inside the enriched workbooks to see recommended group names, member counts, tiers, waves, and portal path.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Use the enterprise_azure_migrate_group_checklist.csv and enterprise_azure_migrate_group_members.csv style exports for copy/paste-heavy workshops.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Equivalent healthcare and workshop CSVs are generated alongside the workbooks.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78AA"/>
                </a:solidFill>
              </a:defRPr>
            </a:pPr>
            <a:r>
              <a:t>Azure Migrate sample walkthrough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C"/>
                </a:solidFill>
              </a:defRPr>
            </a:pPr>
            <a:r>
              <a:t>Workshop-Focused Workbook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78AA"/>
                </a:solidFill>
              </a:defRPr>
            </a:pPr>
            <a:r>
              <a:t>Dedicated lens for SQL, SAP, and Citrix migration discussions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azure_migrate_vmware_enterprise_sql_sap_citrix_workshop.xlsx narrows the conversation to the hardest clustering and dependency patterns.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WorkshopFocusSummary, WorkshopFocusClusters, and WorkshopFocusDependencies speed up technical reviews.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Use this workbook when the audience needs to reason about HA, failover, and control-plane preservation.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78AA"/>
                </a:solidFill>
              </a:defRPr>
            </a:pPr>
            <a:r>
              <a:t>Azure Migrate sample walkthrough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C"/>
                </a:solidFill>
              </a:defRPr>
            </a:pPr>
            <a:r>
              <a:t>Dependency Discovery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78AA"/>
                </a:solidFill>
              </a:defRPr>
            </a:pPr>
            <a:r>
              <a:t>Synthetic Azure Migrate dependency-analysis style output with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azure_migrate_dependency_discovery_variations_sample.xlsx includes DiscoverySummary, ObservedProcesses, ObservedConnections, and VariationGuide.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The observed connections sample spans steady-state flows, nightly batch windows, bursty Citrix sessions, SQL AO heartbeats, healthcare DICOM traffic, and external service edges.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Use the CSV sidecars when you want to filter, sort, or build dashboards around discovered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78AA"/>
                </a:solidFill>
              </a:defRPr>
            </a:pPr>
            <a:r>
              <a:t>Azure Migrate sample walkthrough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C"/>
                </a:solidFill>
              </a:defRPr>
            </a:pPr>
            <a:r>
              <a:t>Suggested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78AA"/>
                </a:solidFill>
              </a:defRPr>
            </a:pPr>
            <a:r>
              <a:t>How to present the sample set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1. Import the RVTools workbook into Azure Migrate.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2. Review the enriched copy to align applications, tiers, and migration waves.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3. Use the checklist and group-member CSVs to create manual groups in the portal.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4. Show the dependency-discovery sample to explain what native dependency analysis adds after discovery is enabled.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78AA"/>
                </a:solidFill>
              </a:defRPr>
            </a:pPr>
            <a:r>
              <a:t>Azure Migrate sample walkthrough | Slide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